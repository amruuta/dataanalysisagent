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Total Profit by Order Year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total_profit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49543.97410000005</c:v>
                </c:pt>
                <c:pt idx="1">
                  <c:v>61618.60370000008</c:v>
                </c:pt>
                <c:pt idx="2">
                  <c:v>81795.17430000017</c:v>
                </c:pt>
                <c:pt idx="3">
                  <c:v>93439.26959999999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Superstore: Most Profitable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Based on total Profit by Order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Most Profitable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Year with highest total Profit: 2017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Total Profit (2017): 93,439.27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Metric: Sum of Profit grouped by Order Date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600200"/>
            <a:ext cx="53492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Use this slide for the main recommendation or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Profit trend by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context and findings from the selected data.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760720" y="1325880"/>
          <a:ext cx="57150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Year-over-year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context and findings from the selected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0" y="1325880"/>
          <a:ext cx="5806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</a:tblGrid>
              <a:tr h="8778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order_year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total_profit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49543.97410000005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61618.60370000008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81795.17430000017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93439.26959999999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